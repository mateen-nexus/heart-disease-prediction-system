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157276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423160"/>
            <a:ext cx="50292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33832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00897B">
              <a:alpha val="7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383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3832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00897B">
              <a:alpha val="7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383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3832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00897B">
              <a:alpha val="7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383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3832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00897B">
              <a:alpha val="7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3832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548640"/>
            <a:ext cx="1234440" cy="1234440"/>
          </a:xfrm>
          <a:prstGeom prst="ellipse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54864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53935"/>
                </a:solidFill>
              </a:rPr>
              <a:t>♥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406908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2176272"/>
            <a:ext cx="105156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patient has heart disease or not based on medical attributes using Machine Learning.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822960"/>
            <a:ext cx="2697480" cy="406908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22960"/>
            <a:ext cx="26974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005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19272" y="1755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50792" y="2176272"/>
            <a:ext cx="105156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233172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patient records with 12 medical features including age, cholesterol, ECG, blood pressure and more.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35624" y="822960"/>
            <a:ext cx="2697480" cy="406908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822960"/>
            <a:ext cx="26974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005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27064" y="1755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58584" y="2176272"/>
            <a:ext cx="105156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33172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4 ML algorithms — Logistic Regression, SVM, Decision Tree, Random Forest.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92024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5953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08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804672"/>
            <a:ext cx="192024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85953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1408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192024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85953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408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804672"/>
            <a:ext cx="192024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85953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12280" y="1408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0848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Medical Features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87168"/>
          <a:ext cx="5029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Patient's age in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ChestPainType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chest pain (0-3)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 blood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cholesterol (mg/dl)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heart rate achieved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ExerciseAngina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Exercise-induced angina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(0/1)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084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Distribution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487168"/>
            <a:ext cx="3291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9748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6974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51790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88366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entire project.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804672"/>
            <a:ext cx="269748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804672"/>
            <a:ext cx="26974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89611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27832" y="151790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88366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Jupyter notebook platform used for coding and execution.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804672"/>
            <a:ext cx="269748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804672"/>
            <a:ext cx="26974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89611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🐼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35624" y="151790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188366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loading, cleaning and numerical computation.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269748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07792"/>
            <a:ext cx="26974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9923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" y="36210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98678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for EDA charts and graphs.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7832" y="2907792"/>
            <a:ext cx="269748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2907792"/>
            <a:ext cx="26974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299923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27832" y="36210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986784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library for training and evaluating all 4 models.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9144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" y="13533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4630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18562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pd.read_csv('heart.csv')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92224" y="14447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8046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9144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59152" y="13533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14630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9112" y="18562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/ df.describe()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9584" y="14447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30752" y="8046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30752" y="9144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96512" y="13533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472" y="14630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76472" y="18562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nulls &amp; duplicates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66944" y="14447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68112" y="8046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68112" y="9144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33872" y="13533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4630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3832" y="18562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04304" y="14447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05472" y="8046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05472" y="9144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571232" y="13533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51192" y="14630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51192" y="18562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&amp; Heatmaps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8620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6032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1792" y="34107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5204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1752" y="39136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92224" y="35021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993392" y="28620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993392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359152" y="34107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39112" y="35204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39112" y="39136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Algorithms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29584" y="35021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730752" y="28620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30752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096512" y="34107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76472" y="35204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76472" y="39136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CM / ROC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66944" y="35021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468112" y="28620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68112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833872" y="34107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13832" y="35204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13832" y="39136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04304" y="350215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205472" y="2862072"/>
            <a:ext cx="1536192" cy="1737360"/>
          </a:xfrm>
          <a:prstGeom prst="roundRect">
            <a:avLst>
              <a:gd name="adj" fmla="val 595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205472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571232" y="3410712"/>
            <a:ext cx="8046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51192" y="352044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251192" y="39136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846320" cy="896112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658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8778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— No missing values found.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846320" cy="896112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658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128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df.drop_duplicates(inplace=True)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4846320" cy="896112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52928"/>
            <a:ext cx="658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369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categorical columns encoded: Sex, ChestPainType, RestingECG, ExerciseAngina, ST_Slope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77056"/>
            <a:ext cx="4846320" cy="896112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77056"/>
            <a:ext cx="658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9502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611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StandardScaler() applied to normalize all features.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804672"/>
            <a:ext cx="3520440" cy="4069080"/>
          </a:xfrm>
          <a:prstGeom prst="rect">
            <a:avLst/>
          </a:prstGeom>
          <a:solidFill>
            <a:srgbClr val="1A2D3E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8961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Snippet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128016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 = LabelEncoder()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16367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= [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40680" y="181508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'Sex', 'ChestPainType',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0680" y="199339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'RestingECG',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21717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'ExerciseAngina',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23500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'ST_Slope'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252831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28849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cat_cols: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40680" y="30632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encoder\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40680" y="32415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.fit_transform(df[col])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0680" y="359816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40680" y="37764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scaler\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40680" y="39547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.fit_transform(X_train)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43000"/>
            <a:ext cx="49377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749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Performed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0" y="118872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59552" y="11887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80760" y="1234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Distribution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51790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healthy vs diseased patients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1938528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59552" y="193852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80760" y="19842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2677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with KDE curve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2688336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59552" y="268833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80760" y="27340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30175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 heatmap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3438144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59552" y="343814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💔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80760" y="3483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Analysis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80760" y="37673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Countplot by heart disease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0" y="4187952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559552" y="418795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🩺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080760" y="42336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Analysis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80760" y="4517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by heart disease class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3950208" cy="822960"/>
          </a:xfrm>
          <a:prstGeom prst="rect">
            <a:avLst/>
          </a:prstGeom>
          <a:solidFill>
            <a:srgbClr val="1A2D3E"/>
          </a:solidFill>
          <a:ln w="12700">
            <a:solidFill>
              <a:srgbClr val="1A2D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078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LogisticRegression()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 = model.predict(X_test)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0624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64008" cy="1828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692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2356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Kernel-based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673352"/>
            <a:ext cx="3950208" cy="822960"/>
          </a:xfrm>
          <a:prstGeom prst="rect">
            <a:avLst/>
          </a:prstGeom>
          <a:solidFill>
            <a:srgbClr val="1A2D3E"/>
          </a:solidFill>
          <a:ln w="12700">
            <a:solidFill>
              <a:srgbClr val="1A2D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0078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SVC(probability=True)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 = model.predict(X_test)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420624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07792"/>
            <a:ext cx="64008" cy="1828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🌳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887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Classifier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76472"/>
            <a:ext cx="3950208" cy="822960"/>
          </a:xfrm>
          <a:prstGeom prst="rect">
            <a:avLst/>
          </a:prstGeom>
          <a:solidFill>
            <a:srgbClr val="1A2D3E"/>
          </a:solidFill>
          <a:ln w="12700">
            <a:solidFill>
              <a:srgbClr val="1A2D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0390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DecisionTreeClassifier()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 = model.predict(X_test)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4206240" cy="1828800"/>
          </a:xfrm>
          <a:prstGeom prst="rect">
            <a:avLst/>
          </a:prstGeom>
          <a:solidFill>
            <a:srgbClr val="F5F9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07792"/>
            <a:ext cx="64008" cy="18288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723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🌲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62356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76472"/>
            <a:ext cx="3950208" cy="822960"/>
          </a:xfrm>
          <a:prstGeom prst="rect">
            <a:avLst/>
          </a:prstGeom>
          <a:solidFill>
            <a:srgbClr val="1A2D3E"/>
          </a:solidFill>
          <a:ln w="12700">
            <a:solidFill>
              <a:srgbClr val="1A2D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80390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 = model.predict(X_test)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41148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4114800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7472" y="4526280"/>
            <a:ext cx="205740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7472" y="4526280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Accuracy Score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9464" y="4526280"/>
            <a:ext cx="205740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69464" y="4526280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Classification Report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91456" y="4526280"/>
            <a:ext cx="205740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91456" y="4526280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Confusion Matrix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013448" y="4526280"/>
            <a:ext cx="205740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13448" y="4526280"/>
            <a:ext cx="2057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ROC-AUC Curve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5120640" cy="36576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22960"/>
          <a:ext cx="3291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3090672"/>
            <a:ext cx="3291840" cy="1389888"/>
          </a:xfrm>
          <a:prstGeom prst="rect">
            <a:avLst/>
          </a:prstGeom>
          <a:solidFill>
            <a:srgbClr val="1A2D3E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66928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Best Model Selection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669280" y="345643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max(results,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key=results.get)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print("Best:", best)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&gt;&gt; Random Forest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920240" cy="2057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568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medical features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87752" y="804672"/>
            <a:ext cx="1920240" cy="2057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7752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87752" y="1572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752" y="19568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encode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146304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64024" y="804672"/>
            <a:ext cx="1920240" cy="2057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4024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🌲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64024" y="1572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4024" y="19568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84264" y="146304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40296" y="804672"/>
            <a:ext cx="1920240" cy="2057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0296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🩺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40296" y="1572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0296" y="195681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Disease: Yes / 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5029200" cy="1874520"/>
          </a:xfrm>
          <a:prstGeom prst="rect">
            <a:avLst/>
          </a:prstGeom>
          <a:solidFill>
            <a:srgbClr val="1A2D3E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090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Prediction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01568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[[48, 1, 2, 130, 245,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0, 1, 150, 0, 1.2, 2]]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scaler.transform(sample)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final_model.predict(sample)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result[0] == 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print("Heart Disease Detected")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017520"/>
            <a:ext cx="329184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53212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Result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41148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"Heart Disease Detected"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"Patient is Normal"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75488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252728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System built using 4 ML algorithms in Python.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984248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918 records with 12 medical features — cleaned, encoded and scaled.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76148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61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715768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as best model after comprehensive comparison.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49300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93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447288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Accuracy Score, Classification Report, Confusion Matrix, ROC Curve.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22452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4178808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using Pickle for future deployment in real-world applications.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709160"/>
            <a:ext cx="8412480" cy="32004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Project  |  Python · Scikit-Learn · Google Colab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2286000" y="2834640"/>
            <a:ext cx="4572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Using Machine Learning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Using Machine Learning</dc:title>
  <dc:subject>PptxGenJS Presentation</dc:subject>
  <dc:creator>PptxGenJS</dc:creator>
  <cp:lastModifiedBy>PptxGenJS</cp:lastModifiedBy>
  <cp:revision>1</cp:revision>
  <dcterms:created xsi:type="dcterms:W3CDTF">2026-06-01T08:06:59Z</dcterms:created>
  <dcterms:modified xsi:type="dcterms:W3CDTF">2026-06-01T08:06:59Z</dcterms:modified>
</cp:coreProperties>
</file>